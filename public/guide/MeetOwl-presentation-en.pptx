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first login to a rhythm: the list, the funnel, the plan of the day, the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2011680"/>
            <a:ext cx="6858000" cy="6858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74320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600" b="1">
                <a:solidFill>
                  <a:srgbClr val="FFFFFF"/>
                </a:solidFill>
                <a:latin typeface="Arial"/>
              </a:rPr>
              <a:t>MeetOwl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0">
                <a:solidFill>
                  <a:srgbClr val="FFFFFF"/>
                </a:solidFill>
                <a:latin typeface="Arial"/>
              </a:rPr>
              <a:t>How to work with people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C4B5FD"/>
                </a:solidFill>
                <a:latin typeface="Arial"/>
              </a:rPr>
              <a:t>From the first login to a rhythm: the list, the funnel, the plan of the day, the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whole way on one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3B0764"/>
                </a:solidFill>
                <a:latin typeface="Arial"/>
              </a:rPr>
              <a:t>The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Write down everyone you know. The goal is 100 names.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292608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3B0764"/>
                </a:solidFill>
                <a:latin typeface="Arial"/>
              </a:rPr>
              <a:t>The 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Move people from a new lead to a client or a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79" y="292608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50" b="1">
                <a:solidFill>
                  <a:srgbClr val="3B0764"/>
                </a:solidFill>
                <a:latin typeface="Arial"/>
              </a:rPr>
              <a:t>Plan of the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Every morning: who to do what for today.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92608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3B0764"/>
                </a:solidFill>
                <a:latin typeface="Arial"/>
              </a:rPr>
              <a:t>The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Partners, sponsors, handing people over and the network map.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20640"/>
            <a:ext cx="10911535" cy="914400"/>
          </a:xfrm>
          <a:prstGeom prst="roundRect">
            <a:avLst>
              <a:gd name="adj" fmla="val 18000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20640"/>
            <a:ext cx="101800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Results come not from a heroic day but from a repeating rhythm.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first 10 minutes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901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01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Set your time zone in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26864" y="1901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901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Dream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560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Write your dream, a date and the targets for clients and partners.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45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7615" y="1901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3" y="1901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560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Paste names as a list: “Add a list”.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4187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87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846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Give everyone a next step and a 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931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26864" y="4187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187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846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Save the text you send most often.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31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57615" y="4187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0263" y="4187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Plan of the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846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Work down “To do today”.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How the app is laid 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66160" cy="3154680"/>
          </a:xfrm>
          <a:prstGeom prst="roundRect">
            <a:avLst>
              <a:gd name="adj" fmla="val 5217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My day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Start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My tasks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Projects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Calendar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Time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Notes and links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Knowledge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00200"/>
            <a:ext cx="4572000" cy="3154680"/>
          </a:xfrm>
          <a:prstGeom prst="roundRect">
            <a:avLst>
              <a:gd name="adj" fmla="val 5217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691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Customers: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94560"/>
            <a:ext cx="4114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Plan of the day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People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Team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Network map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Pipeline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Companies, contacts, activities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00200"/>
            <a:ext cx="2130552" cy="3154680"/>
          </a:xfrm>
          <a:prstGeom prst="roundRect">
            <a:avLst>
              <a:gd name="adj" fmla="val 7725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1691640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194560"/>
            <a:ext cx="167335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80"/>
            <a:ext cx="10911535" cy="1280160"/>
          </a:xfrm>
          <a:prstGeom prst="roundRect">
            <a:avLst>
              <a:gd name="adj" fmla="val 12857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1018001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Ctrl+K: search and quick jump</a:t>
            </a:r>
          </a:p>
          <a:p>
            <a:pPr algn="l" marL="177800" indent="-177800">
              <a:lnSpc>
                <a:spcPct val="118000"/>
              </a:lnSpc>
              <a:spcBef>
                <a:spcPts val="432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“Start” at the top right: the timer on any page</a:t>
            </a:r>
          </a:p>
          <a:p>
            <a:pPr algn="l" marL="177800" indent="-177800">
              <a:lnSpc>
                <a:spcPct val="118000"/>
              </a:lnSpc>
              <a:spcBef>
                <a:spcPts val="432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Time zone: in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funnel: nine stages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3B0764"/>
                </a:solidFill>
                <a:latin typeface="Arial"/>
              </a:rPr>
              <a:t>New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0591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2032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3B0764"/>
                </a:solidFill>
                <a:latin typeface="Arial"/>
              </a:rPr>
              <a:t>First contact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2544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Warming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5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7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Deciding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Client / Partner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10911535" cy="685800"/>
          </a:xfrm>
          <a:prstGeom prst="roundRect">
            <a:avLst>
              <a:gd name="adj" fmla="val 24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036289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Declined · No reply  —  A folded column at the side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Warmth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29970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Hot, warm, cold.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4343400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7298" y="44805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7298" y="4983480"/>
            <a:ext cx="29970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What matters more to the person: travel or business.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7316" y="4343400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5916" y="44805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5916" y="4983480"/>
            <a:ext cx="29970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For everyone, with a date: that is how a person reaches the plan of the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list of 100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45920"/>
            <a:ext cx="3291840" cy="32918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Write down everyone you know, without filtering. Sorting comes later. 25 names are enough to start.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45920"/>
            <a:ext cx="5699455" cy="3657600"/>
          </a:xfrm>
          <a:prstGeom prst="roundRect">
            <a:avLst>
              <a:gd name="adj" fmla="val 45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83080"/>
            <a:ext cx="50593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Paste one per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514600"/>
            <a:ext cx="5059375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6936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Anna Kowalska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91840"/>
            <a:ext cx="5059375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91840"/>
            <a:ext cx="46936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Egor Potapov — met at the conference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059375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6936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Katya; @kate; +48 600 111 222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486400"/>
            <a:ext cx="5699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A name already there is not doubled: the app skips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Scripts and auto-plans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19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74519"/>
            <a:ext cx="39927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3B0764"/>
                </a:solidFill>
                <a:latin typeface="Arial"/>
              </a:rPr>
              <a:t>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541367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 ready text for each moment: the first message, an invitation, a follow-up.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Names fill in by themselves: {name}, {full_name}, {my_name}.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 “Copy” button in the card and in the plan of the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98767" y="187451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4567" y="1874519"/>
            <a:ext cx="39927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3B0764"/>
                </a:solidFill>
                <a:latin typeface="Arial"/>
              </a:rPr>
              <a:t>Auto-plans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697480"/>
            <a:ext cx="4541367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For a stage you set once the next step and in how many days.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 person moves into the stage and the step and date fill themselves in.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Your own step given at the move is not overwritten.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Plan of the 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166360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19" y="178308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7C3AED"/>
                </a:solidFill>
                <a:latin typeface="Arial"/>
              </a:rPr>
              <a:t>The week against its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19" y="24688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4688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Added to the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24688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24688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Reached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" y="33832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3832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Presentations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3832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33832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19" y="42976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2976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Partners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42976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42976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Calls and 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5303520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Counted by themselves, by your clock.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45920"/>
            <a:ext cx="5379415" cy="4480560"/>
          </a:xfrm>
          <a:prstGeom prst="roundRect">
            <a:avLst>
              <a:gd name="adj" fmla="val 3673"/>
            </a:avLst>
          </a:prstGeom>
          <a:solidFill>
            <a:srgbClr val="3B0764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73933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To do today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514600"/>
            <a:ext cx="1828800" cy="594360"/>
          </a:xfrm>
          <a:prstGeom prst="roundRect">
            <a:avLst>
              <a:gd name="adj" fmla="val 1846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2514600"/>
            <a:ext cx="1828800" cy="594360"/>
          </a:xfrm>
          <a:prstGeom prst="roundRect">
            <a:avLst>
              <a:gd name="adj" fmla="val 1846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5146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Next in 1 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291840"/>
            <a:ext cx="1097280" cy="594360"/>
          </a:xfrm>
          <a:prstGeom prst="roundRect">
            <a:avLst>
              <a:gd name="adj" fmla="val 1846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3 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3291840"/>
            <a:ext cx="1097280" cy="594360"/>
          </a:xfrm>
          <a:prstGeom prst="roundRect">
            <a:avLst>
              <a:gd name="adj" fmla="val 1846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32918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7 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291840"/>
            <a:ext cx="1097280" cy="594360"/>
          </a:xfrm>
          <a:prstGeom prst="roundRect">
            <a:avLst>
              <a:gd name="adj" fmla="val 18461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2918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3B0764"/>
                </a:solidFill>
                <a:latin typeface="Arial"/>
              </a:rPr>
              <a:t>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97680"/>
            <a:ext cx="47393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C4B5FD"/>
                </a:solidFill>
                <a:latin typeface="Arial"/>
              </a:rPr>
              <a:t>A closed step is written to the person's feed. Need a new date? Press “Next in…”.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Groups and subgroups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566160" cy="822960"/>
          </a:xfrm>
          <a:prstGeom prst="roundRect">
            <a:avLst>
              <a:gd name="adj" fmla="val 15555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Cold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788920"/>
            <a:ext cx="3566160" cy="822960"/>
          </a:xfrm>
          <a:prstGeom prst="roundRect">
            <a:avLst>
              <a:gd name="adj" fmla="val 15555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39" y="27889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Gym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39" y="3840479"/>
            <a:ext cx="3566160" cy="822960"/>
          </a:xfrm>
          <a:prstGeom prst="roundRect">
            <a:avLst>
              <a:gd name="adj" fmla="val 15555"/>
            </a:avLst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840479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Morning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6B6580"/>
                </a:solidFill>
                <a:latin typeface="Arial"/>
              </a:rPr>
              <a:t>1  ›  2  ›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08015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487649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Up to three levels deep.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 person is in one group.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Choosing a group shows its people with its subgroups.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Deleting a group deletes nobody.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In bulk: tick the cards → “Move to group”.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Partners and the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39" y="169164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39" y="169164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39" y="288036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39" y="28803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Partner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Partner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06908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3B0764"/>
                </a:solidFill>
                <a:latin typeface="Arial"/>
              </a:rPr>
              <a:t>Person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1" y="2423160"/>
            <a:ext cx="36576" cy="4572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3611880"/>
            <a:ext cx="36576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3822191"/>
            <a:ext cx="2560320" cy="36576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27632" y="3840480"/>
            <a:ext cx="36576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3840480"/>
            <a:ext cx="36576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0" y="1645920"/>
            <a:ext cx="5790895" cy="2057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783080"/>
            <a:ext cx="51508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A partner with an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377440"/>
            <a:ext cx="515081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Link the account. The people handed over become theirs and show in their lists.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931920"/>
            <a:ext cx="5790895" cy="2057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069080"/>
            <a:ext cx="51508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A partner without an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663440"/>
            <a:ext cx="515081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The people stay with you. The “Handoff card” makes a text for a messenger.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Every hand-over is kept: who, to whom, when.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network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54298" cy="2834640"/>
          </a:xfrm>
          <a:prstGeom prst="roundRect">
            <a:avLst>
              <a:gd name="adj" fmla="val 5806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By sponsors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9056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Partners under their sponsors, people under whoever brought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645920"/>
            <a:ext cx="3454298" cy="2834640"/>
          </a:xfrm>
          <a:prstGeom prst="roundRect">
            <a:avLst>
              <a:gd name="adj" fmla="val 5806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3018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3018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3018" y="25603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By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3337560"/>
            <a:ext cx="29056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The tree of groups, each with its people.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45920"/>
            <a:ext cx="3454298" cy="2834640"/>
          </a:xfrm>
          <a:prstGeom prst="roundRect">
            <a:avLst>
              <a:gd name="adj" fmla="val 5806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1636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1636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25603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By who works with whom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3337560"/>
            <a:ext cx="29056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Partners side by side, each with the people handed to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12857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1018001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The colour of a card is the funnel stage.</a:t>
            </a:r>
          </a:p>
          <a:p>
            <a:pPr algn="l" marL="177800" indent="-177800">
              <a:lnSpc>
                <a:spcPct val="118000"/>
              </a:lnSpc>
              <a:spcBef>
                <a:spcPts val="720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Press a person: their card opens.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dream and the distance to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166360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6B6580"/>
                </a:solidFill>
                <a:latin typeface="Arial"/>
              </a:rPr>
              <a:t>My dream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4805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3B0764"/>
                </a:solidFill>
                <a:latin typeface="Arial"/>
              </a:rPr>
              <a:t>A house by the sea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7C3AED"/>
                </a:solidFill>
                <a:latin typeface="Arial"/>
              </a:rPr>
              <a:t>By 31.12.2027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Needed: 10 clients, 4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77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B6580"/>
                </a:solidFill>
                <a:latin typeface="Arial"/>
              </a:rPr>
              <a:t>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79415" cy="4480560"/>
          </a:xfrm>
          <a:prstGeom prst="roundRect">
            <a:avLst>
              <a:gd name="adj" fmla="val 3673"/>
            </a:avLst>
          </a:prstGeom>
          <a:solidFill>
            <a:srgbClr val="3B0764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6478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4B5FD"/>
                </a:solidFill>
                <a:latin typeface="Arial"/>
              </a:rPr>
              <a:t>Distance to the dream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464789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20% of the 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520440"/>
            <a:ext cx="4647895" cy="320040"/>
          </a:xfrm>
          <a:prstGeom prst="roundRect">
            <a:avLst>
              <a:gd name="adj" fmla="val 4857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3520440"/>
            <a:ext cx="929579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4647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16 clients and 4 partners to go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430 days ahead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Pace: 1.7 clients and 0.4 partners a week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daily rhythm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54298" cy="3566160"/>
          </a:xfrm>
          <a:prstGeom prst="roundRect">
            <a:avLst>
              <a:gd name="adj" fmla="val 4764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Morning ·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905658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Open the Plan of the day.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The late and the warm first.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Start the timer.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698" y="1645920"/>
            <a:ext cx="3454298" cy="3566160"/>
          </a:xfrm>
          <a:prstGeom prst="roundRect">
            <a:avLst>
              <a:gd name="adj" fmla="val 4764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3018" y="178308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The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3018" y="2514600"/>
            <a:ext cx="2905658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Go down the list.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After each: “Done” and a new date.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Add new acquaintances to the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7316" y="1645920"/>
            <a:ext cx="3454298" cy="3566160"/>
          </a:xfrm>
          <a:prstGeom prst="roundRect">
            <a:avLst>
              <a:gd name="adj" fmla="val 4764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1636" y="178308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Evening · 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1636" y="2514600"/>
            <a:ext cx="2905658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Stop the timer.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Everyone has a next step with a date.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 note: the day's result and tomorrow's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40680"/>
            <a:ext cx="10911535" cy="777240"/>
          </a:xfrm>
          <a:prstGeom prst="roundRect">
            <a:avLst>
              <a:gd name="adj" fmla="val 1882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440680"/>
            <a:ext cx="101800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The rule of the day: three closed steps at least.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weekly rhythm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The fact against the week's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8107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96707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6707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707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707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No reply, declined, topping up the 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6134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24734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4734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4734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The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4734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Whom to call, whom to hand people 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161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2761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761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761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The dream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761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Is the current pace enough?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2188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0788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0788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0788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Targets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0788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For next week: a little above the current ones.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6B6580"/>
                </a:solidFill>
                <a:latin typeface="Arial"/>
              </a:rPr>
              <a:t>30 minutes for the review, once a week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The timer and notes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4136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7C3AED"/>
                </a:solidFill>
                <a:latin typeface="Arial"/>
              </a:rPr>
              <a:t>The timer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4541367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“Start” at the top right: on a task or just on “calls”.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Runs until you stop it.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Totals: day, week, month, all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4487" y="1828800"/>
            <a:ext cx="454136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7C3AED"/>
                </a:solidFill>
                <a:latin typeface="Arial"/>
              </a:rPr>
              <a:t>Notes and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4487" y="2743200"/>
            <a:ext cx="4541367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A private notebook: only you can see it.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Saves itself.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Links open with one button.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2926080"/>
            <a:ext cx="6766560" cy="67665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Begin with “Start”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7498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C4B5FD"/>
                </a:solidFill>
                <a:latin typeface="Arial"/>
              </a:rPr>
              <a:t>The steps in the app tick themselves as you work. Need a hint? The Knowledge base holds the same articles, with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MeetOwl</dc:title>
  <dc:subject/>
  <dc:creator>MeetOwl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